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Fracture: local AI desktop assistant for scene split, clustering, and lossless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value props. Stress offline operation and no re-encode tax.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→ Logic workers → System tools. Keep the UI thread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seven-stage flow and map stages to source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I-frame detection is the speed secret. Parallel extract feeds CLIP.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CLIP for meaning, DBSCAN for grouping. Settings panel tunes eps / min_samples.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Human-in-the-loop: AI proposes clusters, editor builds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concat demuxer and why I-frame boundaries make -c copy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out PATH dependency for FFmpeg and offline model cache.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path: import → wait for analysis → drag scenes →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mental model. Point to architecture HTML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2743200"/>
            <a:ext cx="3291840" cy="329184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video scene detection, clustering &amp; lossless export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632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I-frame Extract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306324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0632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Embeddings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06324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0632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Clusters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306324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0632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Export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PyQt6  ·  FFmpeg  ·  sentence-transformers  ·  scikit-learn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Fracture does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 video by scenes → group look-alikes with AI → curate a timeline → export without re-encoding.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874520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673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scene split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0574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ffprobe I-frames instead of decoding every frame — near-instant cut points.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41732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01768" y="1874520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1673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clusters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32120" y="20574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embeddings + DBSCAN group related scenes without choosing 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33756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1363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curation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520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Pool + Timeline: pick, reorder, delete. Hover previews keep context.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288036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01768" y="3337560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31363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master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32120" y="3520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concat demuxer with stream copy — quality in equals quality out.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 ·  Architecture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89520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one desktop process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never blocks — heavy work runs in QThreads that call processors, ML, and FFmpeg.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2788920" cy="3108960"/>
          </a:xfrm>
          <a:prstGeom prst="roundRect">
            <a:avLst>
              <a:gd name="adj" fmla="val 3279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" y="1600200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06B6D4">
              <a:alpha val="22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600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 ·  ui_components.py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72491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65176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MainWindow, Settings, Timeline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07238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99923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Pool scene grid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1985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334670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PreviewWorker on hover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6732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69417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themes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19272" y="1417320"/>
            <a:ext cx="2788920" cy="3108960"/>
          </a:xfrm>
          <a:prstGeom prst="roundRect">
            <a:avLst>
              <a:gd name="adj" fmla="val 3279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83864" y="1600200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22C55E">
              <a:alpha val="2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83864" y="1600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56432" y="2057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 ·  processor  ·  ML  ·  export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47872" y="272491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67328" y="265176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AnalysisWorker thread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47872" y="307238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67328" y="299923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ExportWorker thread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547872" y="341985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67328" y="334670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→ embed → cluster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547872" y="376732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67328" y="369417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list builder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27064" y="1417320"/>
            <a:ext cx="2788920" cy="3108960"/>
          </a:xfrm>
          <a:prstGeom prst="roundRect">
            <a:avLst>
              <a:gd name="adj" fmla="val 3279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91656" y="1600200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8B5CF6">
              <a:alpha val="2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91656" y="1600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Media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64224" y="2057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 ·  CLIP  ·  OpenCV  ·  disk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55664" y="2724912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265176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ffprobe I-frame timestamps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55664" y="3072384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299923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Mid-scene JPEG thumbs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55664" y="3419856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3346704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ViT-B/32 vectors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55664" y="3767328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369417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-c copy output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 ·  Architecture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589520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DATA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video file to curated master MP4 — seven stages.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1143000" cy="16916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719072"/>
            <a:ext cx="438912" cy="438912"/>
          </a:xfrm>
          <a:prstGeom prst="ellipse">
            <a:avLst/>
          </a:prstGeom>
          <a:solidFill>
            <a:srgbClr val="A1A1AA"/>
          </a:solidFill>
          <a:ln w="12700">
            <a:solidFill>
              <a:srgbClr val="A1A1A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719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MP4/MKV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AVI/MOV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99032" y="21945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81912" y="1554480"/>
            <a:ext cx="1143000" cy="16916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9384" y="1719072"/>
            <a:ext cx="438912" cy="43891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9384" y="1719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27632" y="22860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I-frames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27632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ffprobe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flags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60904" y="21945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843784" y="1554480"/>
            <a:ext cx="1143000" cy="16916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91256" y="171907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91256" y="1719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89504" y="22860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89504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mid-scene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22776" y="21945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05656" y="1554480"/>
            <a:ext cx="1143000" cy="16916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53128" y="1719072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53128" y="1719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51376" y="22860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51376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84648" y="21945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67528" y="1554480"/>
            <a:ext cx="1143000" cy="16916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5000" y="1719072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1719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13248" y="22860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13248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/ min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46520" y="21945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629400" y="1554480"/>
            <a:ext cx="1143000" cy="16916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76872" y="1719072"/>
            <a:ext cx="438912" cy="43891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76872" y="1719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75120" y="22860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7512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08392" y="219456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891272" y="1554480"/>
            <a:ext cx="1143000" cy="169164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38744" y="1719072"/>
            <a:ext cx="438912" cy="43891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38744" y="1719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936992" y="22860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936992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 copy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video_processor.py     →     ml_engine.py     →     ui_components.py     →     exporter.py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 ·  Architecture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589520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SCENE DETECTION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I-frames in, JPEGs out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full decode. Read packet headers, then sample one frame per scene.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14800" cy="3108960"/>
          </a:xfrm>
          <a:prstGeom prst="roundRect">
            <a:avLst>
              <a:gd name="adj" fmla="val 2941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 ·  ffprobe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Select video stream packets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359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Keep rows with keyframe flag 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7066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Collect pts_time timestamps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0540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Bound with 0.0 and duration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401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Scene = [tᵢ , tᵢ₊₁)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Drop micro-scenes &lt; 0.1s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 ·  ffmpeg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83480" y="20116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 sample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2494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+ duration / 2 → one JPEG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5786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8163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workers, semaphore(4) cap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1455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33832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%TEMP%/video_classifier_frames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7124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polish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39502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console via STARTUPINFO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 ·  Architecture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embeddings + DBSCAN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semantics first, density clustering second — no labeled dataset required.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14800" cy="3108960"/>
          </a:xfrm>
          <a:prstGeom prst="roundRect">
            <a:avLst>
              <a:gd name="adj" fmla="val 2941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clip-ViT-B-32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· local inference after first download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78892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066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opens each scene JPEG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081528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9992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chunks of 32, batch 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37413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2918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 semantic vector per scene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66674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5844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model singleton (cached)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959352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8770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content, not just color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155448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554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3776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K  ·  density-based  ·  noise label −1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74320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8803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31546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029200" y="3703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radius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20840" y="274320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28803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12280" y="31546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812280" y="3703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point threshold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 ·  Architecture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89520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PRESENTATION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without leaving the desk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PyQt6 dark UI: Media Pool above, Timeline below, workers for analysis and export.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6733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Pool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Cluster-sorted scene thumbnails. Click to add. Hover plays a short OpenCV preview (≤15 fps).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16733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4920" y="20574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Drag-reorder queue. Inline delete icon or Del/Backspace. Order = export order.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1363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5204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Theme, DBSCAN eps (0.1–5.0), min samples (1–20). Applied on next analysis run.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88036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74920" y="31363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74920" y="35204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AnalysisWorker + ExportWorker + PreviewWorker keep the main thread responsive.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 ·  Architecture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89520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EXPORT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stitch via concat demuxer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quality tax. Stream copy preserves the original codec bitstream.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011680" cy="2331720"/>
          </a:xfrm>
          <a:prstGeom prst="roundRect">
            <a:avLst>
              <a:gd name="adj" fmla="val 454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order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timeline list UserRole scene dicts in visual order.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417320"/>
            <a:ext cx="2011680" cy="2331720"/>
          </a:xfrm>
          <a:prstGeom prst="roundRect">
            <a:avLst>
              <a:gd name="adj" fmla="val 454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list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24688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concat_list.txt with file + inpoint + outpoint per scene.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2011680" cy="2331720"/>
          </a:xfrm>
          <a:prstGeom prst="roundRect">
            <a:avLst>
              <a:gd name="adj" fmla="val 454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9204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FFmpeg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4688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-f concat -safe 0 -i list -c copy out.mp4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1417320"/>
            <a:ext cx="2011680" cy="2331720"/>
          </a:xfrm>
          <a:prstGeom prst="roundRect">
            <a:avLst>
              <a:gd name="adj" fmla="val 454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4088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40880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24688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temp list. Notify UI. Keep ExportWorker non-blocking.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416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-c copy?  Cuts snap to keyframe-aligned in/out points already derived from I-frames — so stream copy is both fast and correct.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 ·  Architecture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TECHNOLOGY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at a glance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locally on Windows. FFmpeg must be on PATH.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PyQt6 · Fusion style · custom QSS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I/O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· ffprobe · OpenCV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ViT-B/32 · scikit-learn DBSCAN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PyInstaller one-file · Fracture.exe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37560" y="288036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6616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6616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QThread · ThreadPool · Semaphore(4)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88036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JPEGs · model cache · MP4 out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 ·  Architecture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clicks to a master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speed: analyze once, curate freely, export lossless.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2606040"/>
            <a:ext cx="457200" cy="36576"/>
          </a:xfrm>
          <a:prstGeom prst="rect">
            <a:avLst/>
          </a:prstGeom>
          <a:solidFill>
            <a:srgbClr val="27272A"/>
          </a:solidFill>
          <a:ln w="12700">
            <a:solidFill>
              <a:srgbClr val="27272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45920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920240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31546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MP4 / MKV / AVI / MOV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2606040"/>
            <a:ext cx="457200" cy="36576"/>
          </a:xfrm>
          <a:prstGeom prst="rect">
            <a:avLst/>
          </a:prstGeom>
          <a:solidFill>
            <a:srgbClr val="27272A"/>
          </a:solidFill>
          <a:ln w="12700">
            <a:solidFill>
              <a:srgbClr val="27272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48840" y="1645920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51760" y="1920240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240280" y="2743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40280" y="31546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detect + cluster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0" y="2606040"/>
            <a:ext cx="457200" cy="36576"/>
          </a:xfrm>
          <a:prstGeom prst="rect">
            <a:avLst/>
          </a:prstGeom>
          <a:solidFill>
            <a:srgbClr val="27272A"/>
          </a:solidFill>
          <a:ln w="12700">
            <a:solidFill>
              <a:srgbClr val="27272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86200" y="1645920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0" y="1920240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977640" y="2743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977640" y="31546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eps / min_samples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40880" y="2606040"/>
            <a:ext cx="457200" cy="36576"/>
          </a:xfrm>
          <a:prstGeom prst="rect">
            <a:avLst/>
          </a:prstGeom>
          <a:solidFill>
            <a:srgbClr val="27272A"/>
          </a:solidFill>
          <a:ln w="12700">
            <a:solidFill>
              <a:srgbClr val="27272A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23560" y="1645920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920240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715000" y="2743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715000" y="31546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timeline from pool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60920" y="1645920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  <a:effectLst>
            <a:outerShdw sx="100000" sy="100000" kx="0" ky="0" algn="bl" rotWithShape="0" blurRad="177800" dist="38100" dir="162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63840" y="1920240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452360" y="2743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52360" y="31546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&amp; save master MP4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 ·  Architecture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589520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548640"/>
            <a:ext cx="3840480" cy="3840480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3108960"/>
            <a:ext cx="2743200" cy="27432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picks clips. AI groups look-alikes.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does the real video work — all local.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 ·  offline  ·  lossless  ·  open stack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diagram: output/fracture-architecture.html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Fracture Architecture</dc:title>
  <dc:subject>Local AI video scene clustering — system architecture</dc:subject>
  <dc:creator>Fracture</dc:creator>
  <cp:lastModifiedBy>Fracture</cp:lastModifiedBy>
  <cp:revision>1</cp:revision>
  <dcterms:created xsi:type="dcterms:W3CDTF">2026-07-23T11:13:55Z</dcterms:created>
  <dcterms:modified xsi:type="dcterms:W3CDTF">2026-07-23T11:13:55Z</dcterms:modified>
</cp:coreProperties>
</file>